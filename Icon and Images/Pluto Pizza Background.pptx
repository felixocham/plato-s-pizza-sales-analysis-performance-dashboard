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5B8"/>
    <a:srgbClr val="FFF6DB"/>
    <a:srgbClr val="FEEECA"/>
    <a:srgbClr val="FAF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40A1E8-6E94-4209-8098-0F3D4572B644}" v="20" dt="2025-05-11T11:14:34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100" d="100"/>
          <a:sy n="100" d="100"/>
        </p:scale>
        <p:origin x="99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x Ocham" userId="621798559d53d1b0" providerId="LiveId" clId="{B740A1E8-6E94-4209-8098-0F3D4572B644}"/>
    <pc:docChg chg="undo redo custSel addSld delSld modSld sldOrd">
      <pc:chgData name="Felix Ocham" userId="621798559d53d1b0" providerId="LiveId" clId="{B740A1E8-6E94-4209-8098-0F3D4572B644}" dt="2025-05-11T11:14:34.764" v="276" actId="164"/>
      <pc:docMkLst>
        <pc:docMk/>
      </pc:docMkLst>
      <pc:sldChg chg="delSp mod">
        <pc:chgData name="Felix Ocham" userId="621798559d53d1b0" providerId="LiveId" clId="{B740A1E8-6E94-4209-8098-0F3D4572B644}" dt="2025-05-08T11:34:36.462" v="5" actId="478"/>
        <pc:sldMkLst>
          <pc:docMk/>
          <pc:sldMk cId="2660170678" sldId="256"/>
        </pc:sldMkLst>
      </pc:sldChg>
      <pc:sldChg chg="add del">
        <pc:chgData name="Felix Ocham" userId="621798559d53d1b0" providerId="LiveId" clId="{B740A1E8-6E94-4209-8098-0F3D4572B644}" dt="2025-05-08T11:34:21.147" v="4" actId="47"/>
        <pc:sldMkLst>
          <pc:docMk/>
          <pc:sldMk cId="4032266998" sldId="257"/>
        </pc:sldMkLst>
      </pc:sldChg>
      <pc:sldChg chg="add del">
        <pc:chgData name="Felix Ocham" userId="621798559d53d1b0" providerId="LiveId" clId="{B740A1E8-6E94-4209-8098-0F3D4572B644}" dt="2025-05-08T11:34:18.069" v="3" actId="47"/>
        <pc:sldMkLst>
          <pc:docMk/>
          <pc:sldMk cId="2554216962" sldId="258"/>
        </pc:sldMkLst>
      </pc:sldChg>
      <pc:sldChg chg="addSp delSp modSp add mod ord">
        <pc:chgData name="Felix Ocham" userId="621798559d53d1b0" providerId="LiveId" clId="{B740A1E8-6E94-4209-8098-0F3D4572B644}" dt="2025-05-11T11:03:47.408" v="201" actId="21"/>
        <pc:sldMkLst>
          <pc:docMk/>
          <pc:sldMk cId="3675843267" sldId="259"/>
        </pc:sldMkLst>
        <pc:spChg chg="add del mod">
          <ac:chgData name="Felix Ocham" userId="621798559d53d1b0" providerId="LiveId" clId="{B740A1E8-6E94-4209-8098-0F3D4572B644}" dt="2025-05-11T11:03:47.408" v="201" actId="21"/>
          <ac:spMkLst>
            <pc:docMk/>
            <pc:sldMk cId="3675843267" sldId="259"/>
            <ac:spMk id="2" creationId="{3F9DC7C3-56BC-B599-2707-AB1EA0D6AE82}"/>
          </ac:spMkLst>
        </pc:spChg>
        <pc:spChg chg="mod topLvl">
          <ac:chgData name="Felix Ocham" userId="621798559d53d1b0" providerId="LiveId" clId="{B740A1E8-6E94-4209-8098-0F3D4572B644}" dt="2025-05-09T08:46:36.479" v="134" actId="164"/>
          <ac:spMkLst>
            <pc:docMk/>
            <pc:sldMk cId="3675843267" sldId="259"/>
            <ac:spMk id="4" creationId="{CB951976-40D8-6D29-0AC8-D31891173839}"/>
          </ac:spMkLst>
        </pc:spChg>
        <pc:spChg chg="mod topLvl">
          <ac:chgData name="Felix Ocham" userId="621798559d53d1b0" providerId="LiveId" clId="{B740A1E8-6E94-4209-8098-0F3D4572B644}" dt="2025-05-09T08:46:36.479" v="134" actId="164"/>
          <ac:spMkLst>
            <pc:docMk/>
            <pc:sldMk cId="3675843267" sldId="259"/>
            <ac:spMk id="5" creationId="{514F5EFA-98CC-ADBD-536F-E062C1F77C41}"/>
          </ac:spMkLst>
        </pc:spChg>
        <pc:spChg chg="add mod">
          <ac:chgData name="Felix Ocham" userId="621798559d53d1b0" providerId="LiveId" clId="{B740A1E8-6E94-4209-8098-0F3D4572B644}" dt="2025-05-09T08:46:36.479" v="134" actId="164"/>
          <ac:spMkLst>
            <pc:docMk/>
            <pc:sldMk cId="3675843267" sldId="259"/>
            <ac:spMk id="6" creationId="{88E2837A-14A7-D6C9-62C7-3AA3230BF008}"/>
          </ac:spMkLst>
        </pc:spChg>
        <pc:spChg chg="mod topLvl">
          <ac:chgData name="Felix Ocham" userId="621798559d53d1b0" providerId="LiveId" clId="{B740A1E8-6E94-4209-8098-0F3D4572B644}" dt="2025-05-09T08:46:36.479" v="134" actId="164"/>
          <ac:spMkLst>
            <pc:docMk/>
            <pc:sldMk cId="3675843267" sldId="259"/>
            <ac:spMk id="9" creationId="{B318B4AD-2297-0DCE-0378-9E3061B07290}"/>
          </ac:spMkLst>
        </pc:spChg>
        <pc:spChg chg="mod topLvl">
          <ac:chgData name="Felix Ocham" userId="621798559d53d1b0" providerId="LiveId" clId="{B740A1E8-6E94-4209-8098-0F3D4572B644}" dt="2025-05-09T08:46:36.479" v="134" actId="164"/>
          <ac:spMkLst>
            <pc:docMk/>
            <pc:sldMk cId="3675843267" sldId="259"/>
            <ac:spMk id="12" creationId="{416ED04B-6F4B-8BF8-1ED8-C6478BD459FF}"/>
          </ac:spMkLst>
        </pc:spChg>
        <pc:spChg chg="add mod">
          <ac:chgData name="Felix Ocham" userId="621798559d53d1b0" providerId="LiveId" clId="{B740A1E8-6E94-4209-8098-0F3D4572B644}" dt="2025-05-09T08:46:36.479" v="134" actId="164"/>
          <ac:spMkLst>
            <pc:docMk/>
            <pc:sldMk cId="3675843267" sldId="259"/>
            <ac:spMk id="15" creationId="{0DCF6B44-00A0-7329-700E-2AE40BD7CD80}"/>
          </ac:spMkLst>
        </pc:spChg>
        <pc:spChg chg="add mod">
          <ac:chgData name="Felix Ocham" userId="621798559d53d1b0" providerId="LiveId" clId="{B740A1E8-6E94-4209-8098-0F3D4572B644}" dt="2025-05-09T08:46:36.479" v="134" actId="164"/>
          <ac:spMkLst>
            <pc:docMk/>
            <pc:sldMk cId="3675843267" sldId="259"/>
            <ac:spMk id="16" creationId="{6BDC10E8-A9D5-8B46-5EB0-2DFA9E92DFA1}"/>
          </ac:spMkLst>
        </pc:spChg>
        <pc:grpChg chg="add mod">
          <ac:chgData name="Felix Ocham" userId="621798559d53d1b0" providerId="LiveId" clId="{B740A1E8-6E94-4209-8098-0F3D4572B644}" dt="2025-05-09T08:46:36.479" v="134" actId="164"/>
          <ac:grpSpMkLst>
            <pc:docMk/>
            <pc:sldMk cId="3675843267" sldId="259"/>
            <ac:grpSpMk id="18" creationId="{2B70802F-E69A-E892-5463-5BDCC8F0F3FA}"/>
          </ac:grpSpMkLst>
        </pc:grpChg>
        <pc:picChg chg="mod topLvl">
          <ac:chgData name="Felix Ocham" userId="621798559d53d1b0" providerId="LiveId" clId="{B740A1E8-6E94-4209-8098-0F3D4572B644}" dt="2025-05-09T08:46:36.479" v="134" actId="164"/>
          <ac:picMkLst>
            <pc:docMk/>
            <pc:sldMk cId="3675843267" sldId="259"/>
            <ac:picMk id="7" creationId="{B5F4AB9E-FF5C-38EF-70EB-4154C96C2AE6}"/>
          </ac:picMkLst>
        </pc:picChg>
      </pc:sldChg>
      <pc:sldChg chg="addSp delSp modSp add mod">
        <pc:chgData name="Felix Ocham" userId="621798559d53d1b0" providerId="LiveId" clId="{B740A1E8-6E94-4209-8098-0F3D4572B644}" dt="2025-05-11T11:14:34.764" v="276" actId="164"/>
        <pc:sldMkLst>
          <pc:docMk/>
          <pc:sldMk cId="402403354" sldId="260"/>
        </pc:sldMkLst>
        <pc:spChg chg="add del mod">
          <ac:chgData name="Felix Ocham" userId="621798559d53d1b0" providerId="LiveId" clId="{B740A1E8-6E94-4209-8098-0F3D4572B644}" dt="2025-05-11T09:18:59.357" v="160" actId="478"/>
          <ac:spMkLst>
            <pc:docMk/>
            <pc:sldMk cId="402403354" sldId="260"/>
            <ac:spMk id="2" creationId="{162AEB86-B04B-2F45-909F-3DF2F870B41B}"/>
          </ac:spMkLst>
        </pc:spChg>
        <pc:spChg chg="add del mod">
          <ac:chgData name="Felix Ocham" userId="621798559d53d1b0" providerId="LiveId" clId="{B740A1E8-6E94-4209-8098-0F3D4572B644}" dt="2025-05-11T09:19:07.305" v="162" actId="478"/>
          <ac:spMkLst>
            <pc:docMk/>
            <pc:sldMk cId="402403354" sldId="260"/>
            <ac:spMk id="3" creationId="{F66F8C60-B1CB-8224-3DBF-5DA1CED44786}"/>
          </ac:spMkLst>
        </pc:spChg>
        <pc:spChg chg="mod ord topLvl">
          <ac:chgData name="Felix Ocham" userId="621798559d53d1b0" providerId="LiveId" clId="{B740A1E8-6E94-4209-8098-0F3D4572B644}" dt="2025-05-11T11:14:34.764" v="276" actId="164"/>
          <ac:spMkLst>
            <pc:docMk/>
            <pc:sldMk cId="402403354" sldId="260"/>
            <ac:spMk id="4" creationId="{2B219674-1FE4-5C59-F133-269FAA747974}"/>
          </ac:spMkLst>
        </pc:spChg>
        <pc:spChg chg="mod ord topLvl">
          <ac:chgData name="Felix Ocham" userId="621798559d53d1b0" providerId="LiveId" clId="{B740A1E8-6E94-4209-8098-0F3D4572B644}" dt="2025-05-11T11:14:34.764" v="276" actId="164"/>
          <ac:spMkLst>
            <pc:docMk/>
            <pc:sldMk cId="402403354" sldId="260"/>
            <ac:spMk id="5" creationId="{BE651A28-DBAB-35AA-3A21-4279619C146A}"/>
          </ac:spMkLst>
        </pc:spChg>
        <pc:spChg chg="add del mod">
          <ac:chgData name="Felix Ocham" userId="621798559d53d1b0" providerId="LiveId" clId="{B740A1E8-6E94-4209-8098-0F3D4572B644}" dt="2025-05-11T09:18:53.535" v="159" actId="478"/>
          <ac:spMkLst>
            <pc:docMk/>
            <pc:sldMk cId="402403354" sldId="260"/>
            <ac:spMk id="6" creationId="{23555417-7289-8BD1-4951-98E666C4AF35}"/>
          </ac:spMkLst>
        </pc:spChg>
        <pc:spChg chg="mod ord topLvl">
          <ac:chgData name="Felix Ocham" userId="621798559d53d1b0" providerId="LiveId" clId="{B740A1E8-6E94-4209-8098-0F3D4572B644}" dt="2025-05-11T11:14:34.764" v="276" actId="164"/>
          <ac:spMkLst>
            <pc:docMk/>
            <pc:sldMk cId="402403354" sldId="260"/>
            <ac:spMk id="8" creationId="{B95ED4B8-C465-27D0-6748-9DAAE4F8FE45}"/>
          </ac:spMkLst>
        </pc:spChg>
        <pc:spChg chg="del">
          <ac:chgData name="Felix Ocham" userId="621798559d53d1b0" providerId="LiveId" clId="{B740A1E8-6E94-4209-8098-0F3D4572B644}" dt="2025-05-11T09:15:06.919" v="136" actId="478"/>
          <ac:spMkLst>
            <pc:docMk/>
            <pc:sldMk cId="402403354" sldId="260"/>
            <ac:spMk id="9" creationId="{6C874DDB-1821-90B8-55B2-7DC0B628723E}"/>
          </ac:spMkLst>
        </pc:spChg>
        <pc:spChg chg="del">
          <ac:chgData name="Felix Ocham" userId="621798559d53d1b0" providerId="LiveId" clId="{B740A1E8-6E94-4209-8098-0F3D4572B644}" dt="2025-05-11T09:15:06.919" v="136" actId="478"/>
          <ac:spMkLst>
            <pc:docMk/>
            <pc:sldMk cId="402403354" sldId="260"/>
            <ac:spMk id="10" creationId="{481ADD80-A64C-7FAC-B3A0-688D530A1E13}"/>
          </ac:spMkLst>
        </pc:spChg>
        <pc:spChg chg="del">
          <ac:chgData name="Felix Ocham" userId="621798559d53d1b0" providerId="LiveId" clId="{B740A1E8-6E94-4209-8098-0F3D4572B644}" dt="2025-05-11T09:15:06.919" v="136" actId="478"/>
          <ac:spMkLst>
            <pc:docMk/>
            <pc:sldMk cId="402403354" sldId="260"/>
            <ac:spMk id="11" creationId="{B5421BB6-2556-38C4-AAE9-99DA17C13290}"/>
          </ac:spMkLst>
        </pc:spChg>
        <pc:spChg chg="del">
          <ac:chgData name="Felix Ocham" userId="621798559d53d1b0" providerId="LiveId" clId="{B740A1E8-6E94-4209-8098-0F3D4572B644}" dt="2025-05-11T09:15:06.919" v="136" actId="478"/>
          <ac:spMkLst>
            <pc:docMk/>
            <pc:sldMk cId="402403354" sldId="260"/>
            <ac:spMk id="12" creationId="{FB717109-FC8F-1787-2F95-F94B16406469}"/>
          </ac:spMkLst>
        </pc:spChg>
        <pc:spChg chg="del">
          <ac:chgData name="Felix Ocham" userId="621798559d53d1b0" providerId="LiveId" clId="{B740A1E8-6E94-4209-8098-0F3D4572B644}" dt="2025-05-11T09:15:26.406" v="139" actId="478"/>
          <ac:spMkLst>
            <pc:docMk/>
            <pc:sldMk cId="402403354" sldId="260"/>
            <ac:spMk id="13" creationId="{CBFC9492-9AD3-52F0-413F-A9F25FD1B339}"/>
          </ac:spMkLst>
        </pc:spChg>
        <pc:spChg chg="add del mod">
          <ac:chgData name="Felix Ocham" userId="621798559d53d1b0" providerId="LiveId" clId="{B740A1E8-6E94-4209-8098-0F3D4572B644}" dt="2025-05-11T09:19:03.035" v="161" actId="478"/>
          <ac:spMkLst>
            <pc:docMk/>
            <pc:sldMk cId="402403354" sldId="260"/>
            <ac:spMk id="15" creationId="{DFB72FC3-20A0-D734-0C07-DCEABFDEDC4D}"/>
          </ac:spMkLst>
        </pc:spChg>
        <pc:spChg chg="add mod">
          <ac:chgData name="Felix Ocham" userId="621798559d53d1b0" providerId="LiveId" clId="{B740A1E8-6E94-4209-8098-0F3D4572B644}" dt="2025-05-11T11:14:34.764" v="276" actId="164"/>
          <ac:spMkLst>
            <pc:docMk/>
            <pc:sldMk cId="402403354" sldId="260"/>
            <ac:spMk id="21" creationId="{7BFEDD4D-ADDF-9869-5D18-C2EE5BCA1C9B}"/>
          </ac:spMkLst>
        </pc:spChg>
        <pc:spChg chg="add mod">
          <ac:chgData name="Felix Ocham" userId="621798559d53d1b0" providerId="LiveId" clId="{B740A1E8-6E94-4209-8098-0F3D4572B644}" dt="2025-05-11T11:14:34.764" v="276" actId="164"/>
          <ac:spMkLst>
            <pc:docMk/>
            <pc:sldMk cId="402403354" sldId="260"/>
            <ac:spMk id="22" creationId="{E65D0C15-2F0A-8129-C235-DD930BED208B}"/>
          </ac:spMkLst>
        </pc:spChg>
        <pc:spChg chg="add del mod">
          <ac:chgData name="Felix Ocham" userId="621798559d53d1b0" providerId="LiveId" clId="{B740A1E8-6E94-4209-8098-0F3D4572B644}" dt="2025-05-11T11:09:10.985" v="221" actId="478"/>
          <ac:spMkLst>
            <pc:docMk/>
            <pc:sldMk cId="402403354" sldId="260"/>
            <ac:spMk id="23" creationId="{3F9DC7C3-56BC-B599-2707-AB1EA0D6AE82}"/>
          </ac:spMkLst>
        </pc:spChg>
        <pc:spChg chg="add del mod">
          <ac:chgData name="Felix Ocham" userId="621798559d53d1b0" providerId="LiveId" clId="{B740A1E8-6E94-4209-8098-0F3D4572B644}" dt="2025-05-11T11:14:06.636" v="274" actId="478"/>
          <ac:spMkLst>
            <pc:docMk/>
            <pc:sldMk cId="402403354" sldId="260"/>
            <ac:spMk id="27" creationId="{1D81D996-3F8A-3E59-B037-71FF6F9BA2DA}"/>
          </ac:spMkLst>
        </pc:spChg>
        <pc:grpChg chg="del">
          <ac:chgData name="Felix Ocham" userId="621798559d53d1b0" providerId="LiveId" clId="{B740A1E8-6E94-4209-8098-0F3D4572B644}" dt="2025-05-11T09:19:46.988" v="165" actId="165"/>
          <ac:grpSpMkLst>
            <pc:docMk/>
            <pc:sldMk cId="402403354" sldId="260"/>
            <ac:grpSpMk id="14" creationId="{91597E39-A4AA-6A14-FFD5-93FB3EE73B63}"/>
          </ac:grpSpMkLst>
        </pc:grpChg>
        <pc:grpChg chg="add del mod">
          <ac:chgData name="Felix Ocham" userId="621798559d53d1b0" providerId="LiveId" clId="{B740A1E8-6E94-4209-8098-0F3D4572B644}" dt="2025-05-11T11:14:26.149" v="275" actId="165"/>
          <ac:grpSpMkLst>
            <pc:docMk/>
            <pc:sldMk cId="402403354" sldId="260"/>
            <ac:grpSpMk id="16" creationId="{103C2305-C751-5CAC-D60E-2030EB022B11}"/>
          </ac:grpSpMkLst>
        </pc:grpChg>
        <pc:grpChg chg="add mod">
          <ac:chgData name="Felix Ocham" userId="621798559d53d1b0" providerId="LiveId" clId="{B740A1E8-6E94-4209-8098-0F3D4572B644}" dt="2025-05-11T11:09:02.775" v="212" actId="164"/>
          <ac:grpSpMkLst>
            <pc:docMk/>
            <pc:sldMk cId="402403354" sldId="260"/>
            <ac:grpSpMk id="24" creationId="{F8AD4838-BDD1-2D23-BFCF-18A4DC3F4CC0}"/>
          </ac:grpSpMkLst>
        </pc:grpChg>
        <pc:grpChg chg="add mod">
          <ac:chgData name="Felix Ocham" userId="621798559d53d1b0" providerId="LiveId" clId="{B740A1E8-6E94-4209-8098-0F3D4572B644}" dt="2025-05-11T11:14:34.764" v="276" actId="164"/>
          <ac:grpSpMkLst>
            <pc:docMk/>
            <pc:sldMk cId="402403354" sldId="260"/>
            <ac:grpSpMk id="28" creationId="{9C7CB5DB-B64B-2962-A68A-F71BC7860B0A}"/>
          </ac:grpSpMkLst>
        </pc:grpChg>
        <pc:picChg chg="mod topLvl">
          <ac:chgData name="Felix Ocham" userId="621798559d53d1b0" providerId="LiveId" clId="{B740A1E8-6E94-4209-8098-0F3D4572B644}" dt="2025-05-11T11:14:34.764" v="276" actId="164"/>
          <ac:picMkLst>
            <pc:docMk/>
            <pc:sldMk cId="402403354" sldId="260"/>
            <ac:picMk id="7" creationId="{CF2836DC-4F85-E71D-3F1B-EAAA8070589D}"/>
          </ac:picMkLst>
        </pc:picChg>
        <pc:picChg chg="add del mod ord modCrop">
          <ac:chgData name="Felix Ocham" userId="621798559d53d1b0" providerId="LiveId" clId="{B740A1E8-6E94-4209-8098-0F3D4572B644}" dt="2025-05-11T11:01:50.769" v="191" actId="478"/>
          <ac:picMkLst>
            <pc:docMk/>
            <pc:sldMk cId="402403354" sldId="260"/>
            <ac:picMk id="18" creationId="{311D2007-FFE8-E385-213C-D5B376252BEC}"/>
          </ac:picMkLst>
        </pc:picChg>
        <pc:picChg chg="add del mod">
          <ac:chgData name="Felix Ocham" userId="621798559d53d1b0" providerId="LiveId" clId="{B740A1E8-6E94-4209-8098-0F3D4572B644}" dt="2025-05-11T10:59:25.368" v="176" actId="22"/>
          <ac:picMkLst>
            <pc:docMk/>
            <pc:sldMk cId="402403354" sldId="260"/>
            <ac:picMk id="20" creationId="{D68C85E4-7E8A-457B-8FA0-663BE22B2E3A}"/>
          </ac:picMkLst>
        </pc:picChg>
        <pc:picChg chg="add del mod modCrop">
          <ac:chgData name="Felix Ocham" userId="621798559d53d1b0" providerId="LiveId" clId="{B740A1E8-6E94-4209-8098-0F3D4572B644}" dt="2025-05-11T11:12:30.910" v="256" actId="478"/>
          <ac:picMkLst>
            <pc:docMk/>
            <pc:sldMk cId="402403354" sldId="260"/>
            <ac:picMk id="26" creationId="{09D17667-5396-B542-4B21-165216C510F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C9A7A-5B52-478C-9937-EB845A850698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3F363-700A-4BBF-9E5E-E5F9EDAE85F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5224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F363-700A-4BBF-9E5E-E5F9EDAE85F2}" type="slidenum">
              <a:rPr lang="en-KE" smtClean="0"/>
              <a:t>1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34406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820B1-53A5-2C38-5336-AC7E06BA4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8467B-0AEB-EC66-5842-1AED83B9F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4F172-48B8-A172-FE63-BD087E920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D150C-447F-DA9E-3BC1-9FF71198C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F363-700A-4BBF-9E5E-E5F9EDAE85F2}" type="slidenum">
              <a:rPr lang="en-KE" smtClean="0"/>
              <a:t>2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7893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23962-BBA5-9AA8-D909-03942129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DE1F3-77B5-22B5-35A5-E16A34845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37CEA-B9DC-D20A-09BD-F0532BAD5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1B109-3BFE-CA04-4CD7-6C31AF75E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F363-700A-4BBF-9E5E-E5F9EDAE85F2}" type="slidenum">
              <a:rPr lang="en-KE" smtClean="0"/>
              <a:t>3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68399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992FD-1CEB-58E3-5F10-9097CAEA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3D2C3-C692-E818-ECE7-C40B272AF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C22E7-27FB-E3C4-EABC-C1F1284F1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EF5A0-9011-697C-8DEE-8CD9785D1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F363-700A-4BBF-9E5E-E5F9EDAE85F2}" type="slidenum">
              <a:rPr lang="en-KE" smtClean="0"/>
              <a:t>4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14721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11A3-80AE-DEC9-9FAB-A3538F5D9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8C409A-5A61-1C6F-F4F3-DFB85A9ED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D7A41-E9B8-72E8-AE28-9850A3E3D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608FC-CE8D-D90C-3C57-D8DA1A03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A4061-2475-5CAD-95E7-A814AEFC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4159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8F09-FF50-7B3D-C1AC-683B1226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5D8AC-B6CE-1C44-6F93-E1CD61127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D7197-9DDC-9473-A304-64422ACC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2663B-BCDA-B530-091D-BB218308C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32BA8-2252-28F0-E7CF-DF54AF3D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6966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BF28B-71FD-911B-EC8A-2540B894C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50D19-57CD-A9DD-825C-A06BDEE8C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E1F23-0E78-3A12-B6CE-5DF755D5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8EB9C-BFF4-C610-5E30-B248EAA0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9669E-3E6E-2D25-C4A0-E211D416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4031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67618-FEF4-5784-5C9E-F6D671797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B66F1-A67B-D776-DED4-4C4247842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9831A-4652-F440-D1B1-71ACE5F57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A79CD-7349-7BD9-C8D1-D72F30D6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E179E-D6EF-10CD-4B59-CBB25B430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31FAB-EA3C-19EE-3431-D1D9CE8C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593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7CD1-CB01-4695-93F2-35279FA0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A8BA1-5BAC-5771-8A63-FC72D9DB2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DD1A6-A69E-0702-5761-5FE09BC3F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DD7F6-688C-F165-4CAF-5B80E1BBB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BBCE8-AF7A-6A7A-CBFA-D81576199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01BE67-DC3E-DCFC-7826-4EEBB3F3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E92B9-FEF8-CAD1-AFE2-718B358CB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8F3ECF-67B3-6755-AC3F-386012C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4664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05E0-8823-DF2B-21FB-AEBD8613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F0A7E-F802-03D0-216C-B29291D1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B7B98-51D1-1DAB-4E5D-FCEFA9896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7FD34-78DC-2340-5953-9477601D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9446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0D3951-E0B2-8828-3E5D-E7528ACAA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4C60E-6E51-84D3-DCE7-CD52A78E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9EC83-48B5-4BB5-B6B9-502BB5A9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634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BCDC-CF5E-CACF-004E-0254F01F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67C80-F691-DAC4-198D-896B12CA3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2E8D2-2F47-A574-BDA8-7A222A467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EE405-F44E-A09C-4B12-098B2551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ABA8E-2BB3-D0E2-B515-4F889E03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DDDE9-5BEB-FF18-7943-DAFAF4C2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2779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18F5-DB77-6E8D-99CE-CCF12B5C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FB159-2C33-418D-7359-F066799A8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7CA98-384C-8C27-DCFB-28893030C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50C63-4A03-35AA-3E37-30452A992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4BD8C-D8DB-540E-AE21-B8DA3ECF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63CDB-1B9B-45D7-7C60-0B37C3A6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9792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9F2B-97C3-07F1-F678-08E0E216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3AD0A-B2F6-E3DB-2F2C-3C05DA6A4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F09DA-2AE8-FD52-1F37-63DEF438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C9451-30CD-3459-677A-711CD4CC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2148-9333-1202-F511-A6ADAA7B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65374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DA8633-2F6E-848B-1576-AF427DE661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E5C2E-9A02-883F-1780-EA7CFFDA6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96C1C-AD99-FC2E-065B-304A8DFC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36BE1-CA9C-D0A7-6F13-4505E7393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48C97-4938-2349-380C-1F477AB5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0142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12B511-A5D9-22CE-622D-66029FE05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21917-D827-C05E-F372-64EA93AD7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FC696-BE09-BDCC-DC0A-5530E49FB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CE580-EFD2-42E9-96D4-E695CBD81456}" type="datetimeFigureOut">
              <a:rPr lang="en-KE" smtClean="0"/>
              <a:t>11/05/2025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D8BB5-30D7-3FBC-4442-D8D24034D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5972E-BFA9-6E8C-A303-61B706D2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B60695-58FB-4DA5-A30A-32CCA7CB436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7483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AA08169-ABE5-9DF6-A5CB-44392617385B}"/>
              </a:ext>
            </a:extLst>
          </p:cNvPr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D0A4D23-59E8-6616-79CE-2B1876EBC02C}"/>
                </a:ext>
              </a:extLst>
            </p:cNvPr>
            <p:cNvSpPr/>
            <p:nvPr/>
          </p:nvSpPr>
          <p:spPr>
            <a:xfrm>
              <a:off x="0" y="-1"/>
              <a:ext cx="12192000" cy="6858000"/>
            </a:xfrm>
            <a:prstGeom prst="rect">
              <a:avLst/>
            </a:prstGeom>
            <a:solidFill>
              <a:srgbClr val="FEEE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702DCC5-57BE-E091-32D7-E4FD23E3E926}"/>
                </a:ext>
              </a:extLst>
            </p:cNvPr>
            <p:cNvSpPr/>
            <p:nvPr/>
          </p:nvSpPr>
          <p:spPr>
            <a:xfrm>
              <a:off x="762000" y="476251"/>
              <a:ext cx="11430000" cy="6381749"/>
            </a:xfrm>
            <a:prstGeom prst="rect">
              <a:avLst/>
            </a:prstGeom>
            <a:solidFill>
              <a:srgbClr val="FFF6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pic>
          <p:nvPicPr>
            <p:cNvPr id="7" name="Picture 6" descr="A cartoon of a chef holding a pizza&#10;&#10;AI-generated content may be incorrect.">
              <a:extLst>
                <a:ext uri="{FF2B5EF4-FFF2-40B4-BE49-F238E27FC236}">
                  <a16:creationId xmlns:a16="http://schemas.microsoft.com/office/drawing/2014/main" id="{08FC51E2-03F9-1EB4-E832-99647EA82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9304"/>
              <a:ext cx="1025241" cy="10252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017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51ECD-017D-D7E4-5AD2-C6A4EB69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7A18E7E-F19A-3EAC-C7C8-4CF827BA0A42}"/>
              </a:ext>
            </a:extLst>
          </p:cNvPr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1CBE9BB-4894-9F73-9329-9078777FAF0E}"/>
                </a:ext>
              </a:extLst>
            </p:cNvPr>
            <p:cNvSpPr/>
            <p:nvPr/>
          </p:nvSpPr>
          <p:spPr>
            <a:xfrm>
              <a:off x="0" y="-1"/>
              <a:ext cx="12192000" cy="6858000"/>
            </a:xfrm>
            <a:prstGeom prst="rect">
              <a:avLst/>
            </a:prstGeom>
            <a:solidFill>
              <a:srgbClr val="FEEE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AB4C05-61F0-09A1-C37A-8010314F5A47}"/>
                </a:ext>
              </a:extLst>
            </p:cNvPr>
            <p:cNvSpPr/>
            <p:nvPr/>
          </p:nvSpPr>
          <p:spPr>
            <a:xfrm>
              <a:off x="762000" y="476251"/>
              <a:ext cx="11430000" cy="6381749"/>
            </a:xfrm>
            <a:prstGeom prst="rect">
              <a:avLst/>
            </a:prstGeom>
            <a:solidFill>
              <a:srgbClr val="FFF6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pic>
          <p:nvPicPr>
            <p:cNvPr id="7" name="Picture 6" descr="A cartoon of a chef holding a pizza&#10;&#10;AI-generated content may be incorrect.">
              <a:extLst>
                <a:ext uri="{FF2B5EF4-FFF2-40B4-BE49-F238E27FC236}">
                  <a16:creationId xmlns:a16="http://schemas.microsoft.com/office/drawing/2014/main" id="{9BAB5205-EC7A-3D2D-6A4D-01ED84698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9304"/>
              <a:ext cx="1025241" cy="102524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F8E943-2F2F-449E-B8B7-0916520B3F98}"/>
                </a:ext>
              </a:extLst>
            </p:cNvPr>
            <p:cNvSpPr/>
            <p:nvPr/>
          </p:nvSpPr>
          <p:spPr>
            <a:xfrm>
              <a:off x="952500" y="666750"/>
              <a:ext cx="11049000" cy="714375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3B8DAC-3201-0B09-0E1A-B2EDA7B7BFA9}"/>
                </a:ext>
              </a:extLst>
            </p:cNvPr>
            <p:cNvSpPr/>
            <p:nvPr/>
          </p:nvSpPr>
          <p:spPr>
            <a:xfrm>
              <a:off x="952500" y="1476375"/>
              <a:ext cx="3048000" cy="2047875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55C9A7-E2B8-138B-4FA4-136751E05D84}"/>
                </a:ext>
              </a:extLst>
            </p:cNvPr>
            <p:cNvSpPr/>
            <p:nvPr/>
          </p:nvSpPr>
          <p:spPr>
            <a:xfrm>
              <a:off x="4095751" y="1476375"/>
              <a:ext cx="7905748" cy="2037338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A15D46-F21E-72ED-020D-3CBF5C0C5007}"/>
                </a:ext>
              </a:extLst>
            </p:cNvPr>
            <p:cNvSpPr/>
            <p:nvPr/>
          </p:nvSpPr>
          <p:spPr>
            <a:xfrm>
              <a:off x="952500" y="3619499"/>
              <a:ext cx="3048000" cy="2476500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E9D8D3-64BF-F04B-E26C-0326595143C3}"/>
                </a:ext>
              </a:extLst>
            </p:cNvPr>
            <p:cNvSpPr/>
            <p:nvPr/>
          </p:nvSpPr>
          <p:spPr>
            <a:xfrm>
              <a:off x="4095750" y="3619499"/>
              <a:ext cx="7905748" cy="2476500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BD80EA7-9C91-6470-889D-4B5F4AB7784A}"/>
                </a:ext>
              </a:extLst>
            </p:cNvPr>
            <p:cNvSpPr/>
            <p:nvPr/>
          </p:nvSpPr>
          <p:spPr>
            <a:xfrm>
              <a:off x="952500" y="6191248"/>
              <a:ext cx="11049000" cy="537448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</p:grpSp>
    </p:spTree>
    <p:extLst>
      <p:ext uri="{BB962C8B-B14F-4D97-AF65-F5344CB8AC3E}">
        <p14:creationId xmlns:p14="http://schemas.microsoft.com/office/powerpoint/2010/main" val="2554216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EBF31-2BC5-D1D8-3F14-A066F99A8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B70802F-E69A-E892-5463-5BDCC8F0F3FA}"/>
              </a:ext>
            </a:extLst>
          </p:cNvPr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951976-40D8-6D29-0AC8-D31891173839}"/>
                </a:ext>
              </a:extLst>
            </p:cNvPr>
            <p:cNvSpPr/>
            <p:nvPr/>
          </p:nvSpPr>
          <p:spPr>
            <a:xfrm>
              <a:off x="0" y="-1"/>
              <a:ext cx="12192000" cy="6858000"/>
            </a:xfrm>
            <a:prstGeom prst="rect">
              <a:avLst/>
            </a:prstGeom>
            <a:solidFill>
              <a:srgbClr val="FEEE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14F5EFA-98CC-ADBD-536F-E062C1F77C41}"/>
                </a:ext>
              </a:extLst>
            </p:cNvPr>
            <p:cNvSpPr/>
            <p:nvPr/>
          </p:nvSpPr>
          <p:spPr>
            <a:xfrm>
              <a:off x="762000" y="476251"/>
              <a:ext cx="11430000" cy="6381749"/>
            </a:xfrm>
            <a:prstGeom prst="rect">
              <a:avLst/>
            </a:prstGeom>
            <a:solidFill>
              <a:srgbClr val="FFF6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pic>
          <p:nvPicPr>
            <p:cNvPr id="7" name="Picture 6" descr="A cartoon of a chef holding a pizza&#10;&#10;AI-generated content may be incorrect.">
              <a:extLst>
                <a:ext uri="{FF2B5EF4-FFF2-40B4-BE49-F238E27FC236}">
                  <a16:creationId xmlns:a16="http://schemas.microsoft.com/office/drawing/2014/main" id="{B5F4AB9E-FF5C-38EF-70EB-4154C96C2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9304"/>
              <a:ext cx="1025241" cy="102524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318B4AD-2297-0DCE-0378-9E3061B07290}"/>
                </a:ext>
              </a:extLst>
            </p:cNvPr>
            <p:cNvSpPr/>
            <p:nvPr/>
          </p:nvSpPr>
          <p:spPr>
            <a:xfrm>
              <a:off x="952500" y="666750"/>
              <a:ext cx="3566234" cy="2194725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6ED04B-6F4B-8BF8-1ED8-C6478BD459FF}"/>
                </a:ext>
              </a:extLst>
            </p:cNvPr>
            <p:cNvSpPr/>
            <p:nvPr/>
          </p:nvSpPr>
          <p:spPr>
            <a:xfrm>
              <a:off x="4980432" y="2956726"/>
              <a:ext cx="7021066" cy="3771969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8E2837A-14A7-D6C9-62C7-3AA3230BF008}"/>
                </a:ext>
              </a:extLst>
            </p:cNvPr>
            <p:cNvSpPr/>
            <p:nvPr/>
          </p:nvSpPr>
          <p:spPr>
            <a:xfrm>
              <a:off x="952500" y="2956727"/>
              <a:ext cx="3932682" cy="3771969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DCF6B44-00A0-7329-700E-2AE40BD7CD80}"/>
                </a:ext>
              </a:extLst>
            </p:cNvPr>
            <p:cNvSpPr/>
            <p:nvPr/>
          </p:nvSpPr>
          <p:spPr>
            <a:xfrm>
              <a:off x="4613984" y="666750"/>
              <a:ext cx="3688544" cy="2194725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BDC10E8-A9D5-8B46-5EB0-2DFA9E92DFA1}"/>
                </a:ext>
              </a:extLst>
            </p:cNvPr>
            <p:cNvSpPr/>
            <p:nvPr/>
          </p:nvSpPr>
          <p:spPr>
            <a:xfrm>
              <a:off x="8397778" y="638314"/>
              <a:ext cx="3603720" cy="2223161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</p:grpSp>
    </p:spTree>
    <p:extLst>
      <p:ext uri="{BB962C8B-B14F-4D97-AF65-F5344CB8AC3E}">
        <p14:creationId xmlns:p14="http://schemas.microsoft.com/office/powerpoint/2010/main" val="367584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863A-C5AF-EAED-0950-23BECD722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C7CB5DB-B64B-2962-A68A-F71BC7860B0A}"/>
              </a:ext>
            </a:extLst>
          </p:cNvPr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219674-1FE4-5C59-F133-269FAA747974}"/>
                </a:ext>
              </a:extLst>
            </p:cNvPr>
            <p:cNvSpPr/>
            <p:nvPr/>
          </p:nvSpPr>
          <p:spPr>
            <a:xfrm>
              <a:off x="0" y="-1"/>
              <a:ext cx="12192000" cy="6858000"/>
            </a:xfrm>
            <a:prstGeom prst="rect">
              <a:avLst/>
            </a:prstGeom>
            <a:solidFill>
              <a:srgbClr val="FEEE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E651A28-DBAB-35AA-3A21-4279619C146A}"/>
                </a:ext>
              </a:extLst>
            </p:cNvPr>
            <p:cNvSpPr/>
            <p:nvPr/>
          </p:nvSpPr>
          <p:spPr>
            <a:xfrm>
              <a:off x="762000" y="476251"/>
              <a:ext cx="11430000" cy="6381749"/>
            </a:xfrm>
            <a:prstGeom prst="rect">
              <a:avLst/>
            </a:prstGeom>
            <a:solidFill>
              <a:srgbClr val="FFF6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5ED4B8-C465-27D0-6748-9DAAE4F8FE45}"/>
                </a:ext>
              </a:extLst>
            </p:cNvPr>
            <p:cNvSpPr/>
            <p:nvPr/>
          </p:nvSpPr>
          <p:spPr>
            <a:xfrm>
              <a:off x="3848100" y="666749"/>
              <a:ext cx="8153399" cy="6000449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 dirty="0"/>
            </a:p>
          </p:txBody>
        </p:sp>
        <p:pic>
          <p:nvPicPr>
            <p:cNvPr id="7" name="Picture 6" descr="A cartoon of a chef holding a pizza&#10;&#10;AI-generated content may be incorrect.">
              <a:extLst>
                <a:ext uri="{FF2B5EF4-FFF2-40B4-BE49-F238E27FC236}">
                  <a16:creationId xmlns:a16="http://schemas.microsoft.com/office/drawing/2014/main" id="{CF2836DC-4F85-E71D-3F1B-EAAA80705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9304"/>
              <a:ext cx="1025241" cy="1025241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BFEDD4D-ADDF-9869-5D18-C2EE5BCA1C9B}"/>
                </a:ext>
              </a:extLst>
            </p:cNvPr>
            <p:cNvSpPr/>
            <p:nvPr/>
          </p:nvSpPr>
          <p:spPr>
            <a:xfrm>
              <a:off x="952499" y="641925"/>
              <a:ext cx="2798401" cy="2272726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65D0C15-2F0A-8129-C235-DD930BED208B}"/>
                </a:ext>
              </a:extLst>
            </p:cNvPr>
            <p:cNvSpPr/>
            <p:nvPr/>
          </p:nvSpPr>
          <p:spPr>
            <a:xfrm>
              <a:off x="952500" y="3011851"/>
              <a:ext cx="2798399" cy="3655347"/>
            </a:xfrm>
            <a:prstGeom prst="rect">
              <a:avLst/>
            </a:prstGeom>
            <a:solidFill>
              <a:srgbClr val="FEE5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 dirty="0"/>
            </a:p>
          </p:txBody>
        </p:sp>
      </p:grpSp>
    </p:spTree>
    <p:extLst>
      <p:ext uri="{BB962C8B-B14F-4D97-AF65-F5344CB8AC3E}">
        <p14:creationId xmlns:p14="http://schemas.microsoft.com/office/powerpoint/2010/main" val="40240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3097</TotalTime>
  <Words>4</Words>
  <Application>Microsoft Office PowerPoint</Application>
  <PresentationFormat>Widescreen</PresentationFormat>
  <Paragraphs>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2025-05-07T06:51:48Z</dcterms:created>
  <dcterms:modified xsi:type="dcterms:W3CDTF">2025-05-11T11:14:35Z</dcterms:modified>
</cp:coreProperties>
</file>